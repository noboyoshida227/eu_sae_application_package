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(currently a preliminary v2 pre-release).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Have these ready before you click Check Data Readiness.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Prepare or upload your data files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Upload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 files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github.com/Noboyoshida227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the GitHub repository or Releases page and download Source code (zip).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location, e.g. Documents/EU_SAE_application_package-2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should see Start_Dashboard.bat, app.R, R/, scripts/, sample_data/, outputs/, instructions/, and www/.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EU_SAE_application_package-2/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sample_data/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uploaded file or sample_data file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Shapefile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uploaded geometry or sample_data geometry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with poverty.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domains across all three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by year.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 in the sidebar. If unchecked, benchmark uploads and benchmark-level mappings are ignored.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benchmarked FH, MFH, and benchmarked MFH estimates with CVs, MSEs, and RMSEs.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app_runs/&lt;run 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File not found or missing default sample files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Make sure you extracted the full folder; if default files are missing, upload your own survey, auxiliary, and geometry files.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doesn't render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shapefile domain column.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Releases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