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e94f6e4984ac0" /><Relationship Type="http://schemas.openxmlformats.org/officeDocument/2006/relationships/extended-properties" Target="/docProps/app.xml" Id="R7e621a21708d45df" /><Relationship Type="http://schemas.openxmlformats.org/officeDocument/2006/relationships/officeDocument" Target="/ppt/presentation.xml" Id="R6fd252cd2d8f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3f84d849b4847"/>
  </p:sldMasterIdLst>
  <p:notesMasterIdLst>
    <p:notesMasterId xmlns:r="http://schemas.openxmlformats.org/officeDocument/2006/relationships" r:id="R4b53bb14910844b0"/>
  </p:notesMasterIdLst>
  <p:sldIdLst>
    <p:sldId xmlns:r="http://schemas.openxmlformats.org/officeDocument/2006/relationships" id="256" r:id="R65f19eebf65b46e9"/>
    <p:sldId xmlns:r="http://schemas.openxmlformats.org/officeDocument/2006/relationships" id="257" r:id="R34392ea9508d4dd3"/>
    <p:sldId xmlns:r="http://schemas.openxmlformats.org/officeDocument/2006/relationships" id="258" r:id="R6b55c84f911f42ae"/>
    <p:sldId xmlns:r="http://schemas.openxmlformats.org/officeDocument/2006/relationships" id="259" r:id="R7d1f518c1e6b47b8"/>
    <p:sldId xmlns:r="http://schemas.openxmlformats.org/officeDocument/2006/relationships" id="260" r:id="R47bf20eed4e64c75"/>
    <p:sldId xmlns:r="http://schemas.openxmlformats.org/officeDocument/2006/relationships" id="261" r:id="Rb53ae675f0e64050"/>
    <p:sldId xmlns:r="http://schemas.openxmlformats.org/officeDocument/2006/relationships" id="262" r:id="R5ec809148d3f419c"/>
    <p:sldId xmlns:r="http://schemas.openxmlformats.org/officeDocument/2006/relationships" id="263" r:id="R782b987254144c7f"/>
    <p:sldId xmlns:r="http://schemas.openxmlformats.org/officeDocument/2006/relationships" id="264" r:id="R2d191af768ef4fd5"/>
    <p:sldId xmlns:r="http://schemas.openxmlformats.org/officeDocument/2006/relationships" id="265" r:id="Rf771f365230c42db"/>
    <p:sldId xmlns:r="http://schemas.openxmlformats.org/officeDocument/2006/relationships" id="266" r:id="R99fb351e7157474b"/>
    <p:sldId xmlns:r="http://schemas.openxmlformats.org/officeDocument/2006/relationships" id="267" r:id="R215ce24087214978"/>
    <p:sldId xmlns:r="http://schemas.openxmlformats.org/officeDocument/2006/relationships" id="268" r:id="R42ebc9fa6b4748c1"/>
    <p:sldId xmlns:r="http://schemas.openxmlformats.org/officeDocument/2006/relationships" id="269" r:id="R31e5f4c28fa14381"/>
    <p:sldId xmlns:r="http://schemas.openxmlformats.org/officeDocument/2006/relationships" id="270" r:id="R091f4c7f70a34e37"/>
    <p:sldId xmlns:r="http://schemas.openxmlformats.org/officeDocument/2006/relationships" id="271" r:id="R2c3d378a5ff44584"/>
    <p:sldId xmlns:r="http://schemas.openxmlformats.org/officeDocument/2006/relationships" id="272" r:id="R72a198df5d5245f2"/>
    <p:sldId xmlns:r="http://schemas.openxmlformats.org/officeDocument/2006/relationships" id="273" r:id="R2d7dad15d1dd4880"/>
    <p:sldId xmlns:r="http://schemas.openxmlformats.org/officeDocument/2006/relationships" id="274" r:id="R4489124e725748c0"/>
    <p:sldId xmlns:r="http://schemas.openxmlformats.org/officeDocument/2006/relationships" id="275" r:id="Rfaa0a75a26c6459f"/>
    <p:sldId xmlns:r="http://schemas.openxmlformats.org/officeDocument/2006/relationships" id="276" r:id="Rcb39c06323b54fd9"/>
    <p:sldId xmlns:r="http://schemas.openxmlformats.org/officeDocument/2006/relationships" id="277" r:id="Ra4fd96095e30440a"/>
    <p:sldId xmlns:r="http://schemas.openxmlformats.org/officeDocument/2006/relationships" id="278" r:id="Rc2e6f6357e804fd8"/>
    <p:sldId xmlns:r="http://schemas.openxmlformats.org/officeDocument/2006/relationships" id="279" r:id="R00d424ad013a49f0"/>
    <p:sldId xmlns:r="http://schemas.openxmlformats.org/officeDocument/2006/relationships" id="280" r:id="Rede56c8c39bb478e"/>
    <p:sldId xmlns:r="http://schemas.openxmlformats.org/officeDocument/2006/relationships" id="281" r:id="Rf604f3584b364ae3"/>
    <p:sldId xmlns:r="http://schemas.openxmlformats.org/officeDocument/2006/relationships" id="282" r:id="R546f54cc8af74468"/>
    <p:sldId xmlns:r="http://schemas.openxmlformats.org/officeDocument/2006/relationships" id="283" r:id="R975bfaf33cad4083"/>
    <p:sldId xmlns:r="http://schemas.openxmlformats.org/officeDocument/2006/relationships" id="284" r:id="R47b63e806919430d"/>
    <p:sldId xmlns:r="http://schemas.openxmlformats.org/officeDocument/2006/relationships" id="285" r:id="R162b7443b7a743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6e184bc29497e" /><Relationship Type="http://schemas.openxmlformats.org/officeDocument/2006/relationships/slideMaster" Target="/ppt/slideMasters/slideMaster1.xml" Id="R0593f84d849b4847" /><Relationship Type="http://schemas.openxmlformats.org/officeDocument/2006/relationships/notesMaster" Target="/ppt/notesMasters/notesMaster1.xml" Id="R4b53bb14910844b0" /><Relationship Type="http://schemas.openxmlformats.org/officeDocument/2006/relationships/presProps" Target="/ppt/presProps.xml" Id="R54ca8a05e5e0436b" /><Relationship Type="http://schemas.openxmlformats.org/officeDocument/2006/relationships/tableStyles" Target="/ppt/tableStyles.xml" Id="R4b728490b39f4406" /><Relationship Type="http://schemas.openxmlformats.org/officeDocument/2006/relationships/slide" Target="/ppt/slides/slide1.xml" Id="R65f19eebf65b46e9" /><Relationship Type="http://schemas.openxmlformats.org/officeDocument/2006/relationships/slide" Target="/ppt/slides/slide2.xml" Id="R34392ea9508d4dd3" /><Relationship Type="http://schemas.openxmlformats.org/officeDocument/2006/relationships/slide" Target="/ppt/slides/slide3.xml" Id="R6b55c84f911f42ae" /><Relationship Type="http://schemas.openxmlformats.org/officeDocument/2006/relationships/slide" Target="/ppt/slides/slide4.xml" Id="R7d1f518c1e6b47b8" /><Relationship Type="http://schemas.openxmlformats.org/officeDocument/2006/relationships/slide" Target="/ppt/slides/slide5.xml" Id="R47bf20eed4e64c75" /><Relationship Type="http://schemas.openxmlformats.org/officeDocument/2006/relationships/slide" Target="/ppt/slides/slide6.xml" Id="Rb53ae675f0e64050" /><Relationship Type="http://schemas.openxmlformats.org/officeDocument/2006/relationships/slide" Target="/ppt/slides/slide7.xml" Id="R5ec809148d3f419c" /><Relationship Type="http://schemas.openxmlformats.org/officeDocument/2006/relationships/slide" Target="/ppt/slides/slide8.xml" Id="R782b987254144c7f" /><Relationship Type="http://schemas.openxmlformats.org/officeDocument/2006/relationships/slide" Target="/ppt/slides/slide9.xml" Id="R2d191af768ef4fd5" /><Relationship Type="http://schemas.openxmlformats.org/officeDocument/2006/relationships/slide" Target="/ppt/slides/slide10.xml" Id="Rf771f365230c42db" /><Relationship Type="http://schemas.openxmlformats.org/officeDocument/2006/relationships/slide" Target="/ppt/slides/slide11.xml" Id="R99fb351e7157474b" /><Relationship Type="http://schemas.openxmlformats.org/officeDocument/2006/relationships/slide" Target="/ppt/slides/slide12.xml" Id="R215ce24087214978" /><Relationship Type="http://schemas.openxmlformats.org/officeDocument/2006/relationships/slide" Target="/ppt/slides/slide13.xml" Id="R42ebc9fa6b4748c1" /><Relationship Type="http://schemas.openxmlformats.org/officeDocument/2006/relationships/slide" Target="/ppt/slides/slide14.xml" Id="R31e5f4c28fa14381" /><Relationship Type="http://schemas.openxmlformats.org/officeDocument/2006/relationships/slide" Target="/ppt/slides/slide15.xml" Id="R091f4c7f70a34e37" /><Relationship Type="http://schemas.openxmlformats.org/officeDocument/2006/relationships/slide" Target="/ppt/slides/slide16.xml" Id="R2c3d378a5ff44584" /><Relationship Type="http://schemas.openxmlformats.org/officeDocument/2006/relationships/slide" Target="/ppt/slides/slide17.xml" Id="R72a198df5d5245f2" /><Relationship Type="http://schemas.openxmlformats.org/officeDocument/2006/relationships/slide" Target="/ppt/slides/slide18.xml" Id="R2d7dad15d1dd4880" /><Relationship Type="http://schemas.openxmlformats.org/officeDocument/2006/relationships/slide" Target="/ppt/slides/slide19.xml" Id="R4489124e725748c0" /><Relationship Type="http://schemas.openxmlformats.org/officeDocument/2006/relationships/slide" Target="/ppt/slides/slide20.xml" Id="Rfaa0a75a26c6459f" /><Relationship Type="http://schemas.openxmlformats.org/officeDocument/2006/relationships/slide" Target="/ppt/slides/slide21.xml" Id="Rcb39c06323b54fd9" /><Relationship Type="http://schemas.openxmlformats.org/officeDocument/2006/relationships/slide" Target="/ppt/slides/slide22.xml" Id="Ra4fd96095e30440a" /><Relationship Type="http://schemas.openxmlformats.org/officeDocument/2006/relationships/slide" Target="/ppt/slides/slide23.xml" Id="Rc2e6f6357e804fd8" /><Relationship Type="http://schemas.openxmlformats.org/officeDocument/2006/relationships/slide" Target="/ppt/slides/slide24.xml" Id="R00d424ad013a49f0" /><Relationship Type="http://schemas.openxmlformats.org/officeDocument/2006/relationships/slide" Target="/ppt/slides/slide25.xml" Id="Rede56c8c39bb478e" /><Relationship Type="http://schemas.openxmlformats.org/officeDocument/2006/relationships/slide" Target="/ppt/slides/slide26.xml" Id="Rf604f3584b364ae3" /><Relationship Type="http://schemas.openxmlformats.org/officeDocument/2006/relationships/slide" Target="/ppt/slides/slide27.xml" Id="R546f54cc8af74468" /><Relationship Type="http://schemas.openxmlformats.org/officeDocument/2006/relationships/slide" Target="/ppt/slides/slide28.xml" Id="R975bfaf33cad4083" /><Relationship Type="http://schemas.openxmlformats.org/officeDocument/2006/relationships/slide" Target="/ppt/slides/slide29.xml" Id="R47b63e806919430d" /><Relationship Type="http://schemas.openxmlformats.org/officeDocument/2006/relationships/slide" Target="/ppt/slides/slide30.xml" Id="R162b7443b7a7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a5a1255a8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361c03689441e" /><Relationship Type="http://schemas.openxmlformats.org/officeDocument/2006/relationships/notesMaster" Target="/ppt/notesMasters/notesMaster1.xml" Id="R454eb4843471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9bdad220a45ce" /><Relationship Type="http://schemas.openxmlformats.org/officeDocument/2006/relationships/notesMaster" Target="/ppt/notesMasters/notesMaster1.xml" Id="Rb2bd22a1feca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1f13b62da4a3c" /><Relationship Type="http://schemas.openxmlformats.org/officeDocument/2006/relationships/notesMaster" Target="/ppt/notesMasters/notesMaster1.xml" Id="R6bea36146472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4ae53b55e41b0" /><Relationship Type="http://schemas.openxmlformats.org/officeDocument/2006/relationships/notesMaster" Target="/ppt/notesMasters/notesMaster1.xml" Id="R28e6071f058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4bf959794c75" /><Relationship Type="http://schemas.openxmlformats.org/officeDocument/2006/relationships/notesMaster" Target="/ppt/notesMasters/notesMaster1.xml" Id="R6ea8c331a2a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251798ed84654" /><Relationship Type="http://schemas.openxmlformats.org/officeDocument/2006/relationships/notesMaster" Target="/ppt/notesMasters/notesMaster1.xml" Id="R8420c14fd44b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1ee410ba4b0c" /><Relationship Type="http://schemas.openxmlformats.org/officeDocument/2006/relationships/notesMaster" Target="/ppt/notesMasters/notesMaster1.xml" Id="R1f713706065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3b34db9d498c" /><Relationship Type="http://schemas.openxmlformats.org/officeDocument/2006/relationships/notesMaster" Target="/ppt/notesMasters/notesMaster1.xml" Id="R345708fbf625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8609e2e48412f" /><Relationship Type="http://schemas.openxmlformats.org/officeDocument/2006/relationships/notesMaster" Target="/ppt/notesMasters/notesMaster1.xml" Id="R121460ac4032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f89dcd4247b9" /><Relationship Type="http://schemas.openxmlformats.org/officeDocument/2006/relationships/notesMaster" Target="/ppt/notesMasters/notesMaster1.xml" Id="Rc57568e8fc77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49118d5b734c9b" /><Relationship Type="http://schemas.openxmlformats.org/officeDocument/2006/relationships/notesMaster" Target="/ppt/notesMasters/notesMaster1.xml" Id="R399db0ec2820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348a7ef0e49db" /><Relationship Type="http://schemas.openxmlformats.org/officeDocument/2006/relationships/notesMaster" Target="/ppt/notesMasters/notesMaster1.xml" Id="Rfce42bc25a6b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433b9e4214f32" /><Relationship Type="http://schemas.openxmlformats.org/officeDocument/2006/relationships/notesMaster" Target="/ppt/notesMasters/notesMaster1.xml" Id="R220c63d8198c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71a4d6a74bae" /><Relationship Type="http://schemas.openxmlformats.org/officeDocument/2006/relationships/notesMaster" Target="/ppt/notesMasters/notesMaster1.xml" Id="R13ed5ab248f3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8d888ab6704433" /><Relationship Type="http://schemas.openxmlformats.org/officeDocument/2006/relationships/notesMaster" Target="/ppt/notesMasters/notesMaster1.xml" Id="Rdebf2cfca2d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b5d0dd52b4510" /><Relationship Type="http://schemas.openxmlformats.org/officeDocument/2006/relationships/notesMaster" Target="/ppt/notesMasters/notesMaster1.xml" Id="Rf067f719d650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7d4aa5c409416c" /><Relationship Type="http://schemas.openxmlformats.org/officeDocument/2006/relationships/notesMaster" Target="/ppt/notesMasters/notesMaster1.xml" Id="R6282bbf6018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e8ea2768474927" /><Relationship Type="http://schemas.openxmlformats.org/officeDocument/2006/relationships/notesMaster" Target="/ppt/notesMasters/notesMaster1.xml" Id="R5fc718c676ed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9339a10cca410c" /><Relationship Type="http://schemas.openxmlformats.org/officeDocument/2006/relationships/notesMaster" Target="/ppt/notesMasters/notesMaster1.xml" Id="R1c8b26f6b0194d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43c682434e47" /><Relationship Type="http://schemas.openxmlformats.org/officeDocument/2006/relationships/notesMaster" Target="/ppt/notesMasters/notesMaster1.xml" Id="R8634f89b8c2e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5a91682234c10" /><Relationship Type="http://schemas.openxmlformats.org/officeDocument/2006/relationships/notesMaster" Target="/ppt/notesMasters/notesMaster1.xml" Id="R7863c72521ab49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db6c5acc654cfe" /><Relationship Type="http://schemas.openxmlformats.org/officeDocument/2006/relationships/notesMaster" Target="/ppt/notesMasters/notesMaster1.xml" Id="R1e3337f9820a46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b7bfe998464511" /><Relationship Type="http://schemas.openxmlformats.org/officeDocument/2006/relationships/notesMaster" Target="/ppt/notesMasters/notesMaster1.xml" Id="R7ac092a35aac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cc15959f7b4dbc" /><Relationship Type="http://schemas.openxmlformats.org/officeDocument/2006/relationships/notesMaster" Target="/ppt/notesMasters/notesMaster1.xml" Id="R2730509d098e46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de46269924a41" /><Relationship Type="http://schemas.openxmlformats.org/officeDocument/2006/relationships/notesMaster" Target="/ppt/notesMasters/notesMaster1.xml" Id="R9452767cd276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c673f287a04d17" /><Relationship Type="http://schemas.openxmlformats.org/officeDocument/2006/relationships/notesMaster" Target="/ppt/notesMasters/notesMaster1.xml" Id="R3bca5bcad338495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1ce3a9dc24ccf" /><Relationship Type="http://schemas.openxmlformats.org/officeDocument/2006/relationships/notesMaster" Target="/ppt/notesMasters/notesMaster1.xml" Id="Ref0045350b30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575a79d4324c0b" /><Relationship Type="http://schemas.openxmlformats.org/officeDocument/2006/relationships/notesMaster" Target="/ppt/notesMasters/notesMaster1.xml" Id="Rd12f8cf68c934e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e288aebbdd4cac" /><Relationship Type="http://schemas.openxmlformats.org/officeDocument/2006/relationships/notesMaster" Target="/ppt/notesMasters/notesMaster1.xml" Id="R8b3014fc776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cf9654e3f14da4" /><Relationship Type="http://schemas.openxmlformats.org/officeDocument/2006/relationships/notesMaster" Target="/ppt/notesMasters/notesMaster1.xml" Id="R5cae8a851c30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94f8fe2d242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863fe75c749b6" /><Relationship Type="http://schemas.openxmlformats.org/officeDocument/2006/relationships/slideLayout" Target="/ppt/slideLayouts/slideLayout1.xml" Id="Rc03057b4ad7d47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57b4ad7d47a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9799f50405f" /><Relationship Type="http://schemas.openxmlformats.org/officeDocument/2006/relationships/image" Target="/ppt/media/image.png" Id="R82155c28a082426a" /><Relationship Type="http://schemas.openxmlformats.org/officeDocument/2006/relationships/image" Target="/ppt/media/image2.png" Id="R4372803e62ae42c4" /><Relationship Type="http://schemas.openxmlformats.org/officeDocument/2006/relationships/image" Target="/ppt/media/image3.png" Id="R4352a538cc034096" /><Relationship Type="http://schemas.openxmlformats.org/officeDocument/2006/relationships/image" Target="/ppt/media/image4.png" Id="R6e02fcd864384d82" /><Relationship Type="http://schemas.openxmlformats.org/officeDocument/2006/relationships/image" Target="/ppt/media/image5.png" Id="Refe9212eab1f48d0" /><Relationship Type="http://schemas.openxmlformats.org/officeDocument/2006/relationships/notesSlide" Target="/ppt/notesSlides/notesSlide1.xml" Id="R3ee1c2cc6c9f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6c0fc8fe4c48" /><Relationship Type="http://schemas.openxmlformats.org/officeDocument/2006/relationships/image" Target="/ppt/media/image6.png" Id="R34707de537714fb6" /><Relationship Type="http://schemas.openxmlformats.org/officeDocument/2006/relationships/image" Target="/ppt/media/image7.png" Id="R912ef2d07e074ad2" /><Relationship Type="http://schemas.openxmlformats.org/officeDocument/2006/relationships/image" Target="/ppt/media/image8.png" Id="R14dcecfa268b4cf6" /><Relationship Type="http://schemas.openxmlformats.org/officeDocument/2006/relationships/notesSlide" Target="/ppt/notesSlides/notesSlide2.xml" Id="Rabc8e38da5df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011c046843d8" /><Relationship Type="http://schemas.openxmlformats.org/officeDocument/2006/relationships/image" Target="/ppt/media/image9.png" Id="R6ff9c4b212274ed9" /><Relationship Type="http://schemas.openxmlformats.org/officeDocument/2006/relationships/image" Target="/ppt/media/image7.png" Id="Rde89747a7c504442" /><Relationship Type="http://schemas.openxmlformats.org/officeDocument/2006/relationships/image" Target="/ppt/media/image10.png" Id="R00682a13e52a4dd6" /><Relationship Type="http://schemas.openxmlformats.org/officeDocument/2006/relationships/image" Target="/ppt/media/image11.png" Id="Red76c5d1a7984468" /><Relationship Type="http://schemas.openxmlformats.org/officeDocument/2006/relationships/notesSlide" Target="/ppt/notesSlides/notesSlide3.xml" Id="Rd54bc0efd5d3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cb82d0464ef8" /><Relationship Type="http://schemas.openxmlformats.org/officeDocument/2006/relationships/image" Target="/ppt/media/image7.png" Id="Redf5c18f83ed4125" /><Relationship Type="http://schemas.openxmlformats.org/officeDocument/2006/relationships/image" Target="/ppt/media/image10.png" Id="R4ddbb3c74634471c" /><Relationship Type="http://schemas.openxmlformats.org/officeDocument/2006/relationships/image" Target="/ppt/media/image11.png" Id="Rd2b0550bd2eb4b00" /><Relationship Type="http://schemas.openxmlformats.org/officeDocument/2006/relationships/notesSlide" Target="/ppt/notesSlides/notesSlide4.xml" Id="Rbf515990fe99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8700a0b34f0a" /><Relationship Type="http://schemas.openxmlformats.org/officeDocument/2006/relationships/image" Target="/ppt/media/image7.png" Id="R6674743d676640ee" /><Relationship Type="http://schemas.openxmlformats.org/officeDocument/2006/relationships/image" Target="/ppt/media/image10.png" Id="Rf462cc2678b34726" /><Relationship Type="http://schemas.openxmlformats.org/officeDocument/2006/relationships/image" Target="/ppt/media/image11.png" Id="R5a4ecf8dc71a418d" /><Relationship Type="http://schemas.openxmlformats.org/officeDocument/2006/relationships/notesSlide" Target="/ppt/notesSlides/notesSlide5.xml" Id="Rdf033def8c02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3925c35b4364" /><Relationship Type="http://schemas.openxmlformats.org/officeDocument/2006/relationships/image" Target="/ppt/media/image7.png" Id="R321995c8dab44a68" /><Relationship Type="http://schemas.openxmlformats.org/officeDocument/2006/relationships/image" Target="/ppt/media/image10.png" Id="R7ab82b55dc0e4c84" /><Relationship Type="http://schemas.openxmlformats.org/officeDocument/2006/relationships/image" Target="/ppt/media/image11.png" Id="R13d253fd3e284c05" /><Relationship Type="http://schemas.openxmlformats.org/officeDocument/2006/relationships/notesSlide" Target="/ppt/notesSlides/notesSlide6.xml" Id="R42cf8c11c03c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fdcb439345f0" /><Relationship Type="http://schemas.openxmlformats.org/officeDocument/2006/relationships/image" Target="/ppt/media/image12.png" Id="Rc48be690e8ae4401" /><Relationship Type="http://schemas.openxmlformats.org/officeDocument/2006/relationships/notesSlide" Target="/ppt/notesSlides/notesSlide7.xml" Id="R9890070877a3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c0a19f31456a" /><Relationship Type="http://schemas.openxmlformats.org/officeDocument/2006/relationships/image" Target="/ppt/media/image.png" Id="Rc8c5bb58199c4b22" /><Relationship Type="http://schemas.openxmlformats.org/officeDocument/2006/relationships/image" Target="/ppt/media/image2.png" Id="R2c817b1ac3484b2b" /><Relationship Type="http://schemas.openxmlformats.org/officeDocument/2006/relationships/notesSlide" Target="/ppt/notesSlides/notesSlide8.xml" Id="R56a3984ee1a1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118888e46d6" /><Relationship Type="http://schemas.openxmlformats.org/officeDocument/2006/relationships/image" Target="/ppt/media/image13.png" Id="Rdaee67e5db024093" /><Relationship Type="http://schemas.openxmlformats.org/officeDocument/2006/relationships/image" Target="/ppt/media/image6.png" Id="R7351b250722d433f" /><Relationship Type="http://schemas.openxmlformats.org/officeDocument/2006/relationships/image" Target="/ppt/media/image14.png" Id="R9ba30ed5d93d4865" /><Relationship Type="http://schemas.openxmlformats.org/officeDocument/2006/relationships/image" Target="/ppt/media/image15.png" Id="R1777b2f676354356" /><Relationship Type="http://schemas.openxmlformats.org/officeDocument/2006/relationships/notesSlide" Target="/ppt/notesSlides/notesSlide9.xml" Id="R238926f9f31f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cc4f6f64068" /><Relationship Type="http://schemas.openxmlformats.org/officeDocument/2006/relationships/image" Target="/ppt/media/image16.png" Id="R271676b0b73c475b" /><Relationship Type="http://schemas.openxmlformats.org/officeDocument/2006/relationships/notesSlide" Target="/ppt/notesSlides/notesSlide10.xml" Id="R37b1ec9e898b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71eefbaa47fc" /><Relationship Type="http://schemas.openxmlformats.org/officeDocument/2006/relationships/notesSlide" Target="/ppt/notesSlides/notesSlide11.xml" Id="R04e9f05e7cfe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fadce13f4e87" /><Relationship Type="http://schemas.openxmlformats.org/officeDocument/2006/relationships/notesSlide" Target="/ppt/notesSlides/notesSlide12.xml" Id="R9afe722090e1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640a4c06d4cef" /><Relationship Type="http://schemas.openxmlformats.org/officeDocument/2006/relationships/image" Target="/ppt/media/image17.png" Id="R7bb2556f72754ed0" /><Relationship Type="http://schemas.openxmlformats.org/officeDocument/2006/relationships/image" Target="/ppt/media/image4.png" Id="R7227f8aeaec844ff" /><Relationship Type="http://schemas.openxmlformats.org/officeDocument/2006/relationships/image" Target="/ppt/media/image18.png" Id="Rad227f40af974ada" /><Relationship Type="http://schemas.openxmlformats.org/officeDocument/2006/relationships/notesSlide" Target="/ppt/notesSlides/notesSlide13.xml" Id="R750055c2678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5a00fd74271" /><Relationship Type="http://schemas.openxmlformats.org/officeDocument/2006/relationships/image" Target="/ppt/media/image.png" Id="R03812b263c3349b7" /><Relationship Type="http://schemas.openxmlformats.org/officeDocument/2006/relationships/image" Target="/ppt/media/image2.png" Id="R6499949cd8e64dec" /><Relationship Type="http://schemas.openxmlformats.org/officeDocument/2006/relationships/notesSlide" Target="/ppt/notesSlides/notesSlide14.xml" Id="R6d895a4736ac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aca2249b448f" /><Relationship Type="http://schemas.openxmlformats.org/officeDocument/2006/relationships/image" Target="/ppt/media/image19.png" Id="Rbbde6089ee7640c8" /><Relationship Type="http://schemas.openxmlformats.org/officeDocument/2006/relationships/notesSlide" Target="/ppt/notesSlides/notesSlide15.xml" Id="R7e6ae8fa1da1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05e571cb4d86" /><Relationship Type="http://schemas.openxmlformats.org/officeDocument/2006/relationships/image" Target="/ppt/media/image20.png" Id="R4e94c2bbe24f4ea9" /><Relationship Type="http://schemas.openxmlformats.org/officeDocument/2006/relationships/image" Target="/ppt/media/image21.png" Id="Rd4c80079e025402a" /><Relationship Type="http://schemas.openxmlformats.org/officeDocument/2006/relationships/notesSlide" Target="/ppt/notesSlides/notesSlide16.xml" Id="Rcd2423588fd9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32a74f724bdb" /><Relationship Type="http://schemas.openxmlformats.org/officeDocument/2006/relationships/image" Target="/ppt/media/image22.png" Id="R136303d642504cc2" /><Relationship Type="http://schemas.openxmlformats.org/officeDocument/2006/relationships/image" Target="/ppt/media/image23.png" Id="Rfc3cbe4e0a88443b" /><Relationship Type="http://schemas.openxmlformats.org/officeDocument/2006/relationships/notesSlide" Target="/ppt/notesSlides/notesSlide17.xml" Id="R7ab8ff0eff9447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1a9e75684760" /><Relationship Type="http://schemas.openxmlformats.org/officeDocument/2006/relationships/notesSlide" Target="/ppt/notesSlides/notesSlide18.xml" Id="Ree7ecc3caecc4c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c4ee13df42cb" /><Relationship Type="http://schemas.openxmlformats.org/officeDocument/2006/relationships/image" Target="/ppt/media/image16.png" Id="R12d41b0a26184ee7" /><Relationship Type="http://schemas.openxmlformats.org/officeDocument/2006/relationships/notesSlide" Target="/ppt/notesSlides/notesSlide19.xml" Id="R96bddc5ccff0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cd75a5ed4051" /><Relationship Type="http://schemas.openxmlformats.org/officeDocument/2006/relationships/image" Target="/ppt/media/image24.png" Id="R7897689faad84d0d" /><Relationship Type="http://schemas.openxmlformats.org/officeDocument/2006/relationships/notesSlide" Target="/ppt/notesSlides/notesSlide20.xml" Id="Rc55859dc96f346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91cf943b4c34" /><Relationship Type="http://schemas.openxmlformats.org/officeDocument/2006/relationships/image" Target="/ppt/media/image7.png" Id="Rd1a30b8251204065" /><Relationship Type="http://schemas.openxmlformats.org/officeDocument/2006/relationships/image" Target="/ppt/media/image10.png" Id="R53514c50410a47d9" /><Relationship Type="http://schemas.openxmlformats.org/officeDocument/2006/relationships/image" Target="/ppt/media/image11.png" Id="Rce7f161d23dd4577" /><Relationship Type="http://schemas.openxmlformats.org/officeDocument/2006/relationships/notesSlide" Target="/ppt/notesSlides/notesSlide21.xml" Id="Rc4dfa06d5a1a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2b3573445e" /><Relationship Type="http://schemas.openxmlformats.org/officeDocument/2006/relationships/image" Target="/ppt/media/image14.png" Id="R19eb59ed9fc244e4" /><Relationship Type="http://schemas.openxmlformats.org/officeDocument/2006/relationships/image" Target="/ppt/media/image15.png" Id="R68292c994ae049f3" /><Relationship Type="http://schemas.openxmlformats.org/officeDocument/2006/relationships/image" Target="/ppt/media/image25.png" Id="Re2db7167b98747b6" /><Relationship Type="http://schemas.openxmlformats.org/officeDocument/2006/relationships/image" Target="/ppt/media/image24.png" Id="R0528d3ff3ec441b6" /><Relationship Type="http://schemas.openxmlformats.org/officeDocument/2006/relationships/notesSlide" Target="/ppt/notesSlides/notesSlide22.xml" Id="R93d5059ab6cb43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cba5e9b74e4e" /><Relationship Type="http://schemas.openxmlformats.org/officeDocument/2006/relationships/image" Target="/ppt/media/image.png" Id="R053df2112d59462d" /><Relationship Type="http://schemas.openxmlformats.org/officeDocument/2006/relationships/image" Target="/ppt/media/image2.png" Id="R5c5b7fae425e43b2" /><Relationship Type="http://schemas.openxmlformats.org/officeDocument/2006/relationships/notesSlide" Target="/ppt/notesSlides/notesSlide23.xml" Id="Rb7420b008d0b49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6582b82a42c3" /><Relationship Type="http://schemas.openxmlformats.org/officeDocument/2006/relationships/image" Target="/ppt/media/image7.png" Id="R07852536ec9147ca" /><Relationship Type="http://schemas.openxmlformats.org/officeDocument/2006/relationships/image" Target="/ppt/media/image26.png" Id="R6a16cc59bb05419e" /><Relationship Type="http://schemas.openxmlformats.org/officeDocument/2006/relationships/image" Target="/ppt/media/image14.png" Id="R23ef7e9ec3f34e3f" /><Relationship Type="http://schemas.openxmlformats.org/officeDocument/2006/relationships/image" Target="/ppt/media/image27.png" Id="Ra3024d46a771468c" /><Relationship Type="http://schemas.openxmlformats.org/officeDocument/2006/relationships/notesSlide" Target="/ppt/notesSlides/notesSlide24.xml" Id="Rd1821941702a41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bcced14b4414" /><Relationship Type="http://schemas.openxmlformats.org/officeDocument/2006/relationships/image" Target="/ppt/media/image5.png" Id="R5f56bfbbbeb04cc2" /><Relationship Type="http://schemas.openxmlformats.org/officeDocument/2006/relationships/notesSlide" Target="/ppt/notesSlides/notesSlide25.xml" Id="R7935b26bebc04a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05e9136341eb" /><Relationship Type="http://schemas.openxmlformats.org/officeDocument/2006/relationships/image" Target="/ppt/media/image5.png" Id="R6e50ff1606c84363" /><Relationship Type="http://schemas.openxmlformats.org/officeDocument/2006/relationships/notesSlide" Target="/ppt/notesSlides/notesSlide26.xml" Id="R48735c16d5ab48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a79d0a83436a" /><Relationship Type="http://schemas.openxmlformats.org/officeDocument/2006/relationships/image" Target="/ppt/media/image27.png" Id="Rfd614951a29840df" /><Relationship Type="http://schemas.openxmlformats.org/officeDocument/2006/relationships/notesSlide" Target="/ppt/notesSlides/notesSlide27.xml" Id="R9b4e1cbcc755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c63f366b49b0" /><Relationship Type="http://schemas.openxmlformats.org/officeDocument/2006/relationships/notesSlide" Target="/ppt/notesSlides/notesSlide28.xml" Id="Rcbd9ef2fed6a45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b15f7804bf7" /><Relationship Type="http://schemas.openxmlformats.org/officeDocument/2006/relationships/image" Target="/ppt/media/image28.png" Id="R7fc34f9ac9ed4f73" /><Relationship Type="http://schemas.openxmlformats.org/officeDocument/2006/relationships/image" Target="/ppt/media/image23.png" Id="Rb70a392b660b49b3" /><Relationship Type="http://schemas.openxmlformats.org/officeDocument/2006/relationships/notesSlide" Target="/ppt/notesSlides/notesSlide29.xml" Id="Rfd795f7e483540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2332d1234402" /><Relationship Type="http://schemas.openxmlformats.org/officeDocument/2006/relationships/image" Target="/ppt/media/image.png" Id="R842caddd0cf9402d" /><Relationship Type="http://schemas.openxmlformats.org/officeDocument/2006/relationships/image" Target="/ppt/media/image29.png" Id="R3a82973d73f347e5" /><Relationship Type="http://schemas.openxmlformats.org/officeDocument/2006/relationships/image" Target="/ppt/media/image30.png" Id="R991bf93038e84096" /><Relationship Type="http://schemas.openxmlformats.org/officeDocument/2006/relationships/image" Target="/ppt/media/image5.png" Id="Rd3571c0bed4f42d3" /><Relationship Type="http://schemas.openxmlformats.org/officeDocument/2006/relationships/notesSlide" Target="/ppt/notesSlides/notesSlide30.xml" Id="Rceeff19bd89b4d3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55c28a08242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803e62a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a538cc03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v4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fcd86438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Double-click Start_Dashboard.bat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9212eab1f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7de53771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EU SAE Dashboard from the GitHub Releases page (v4 release).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f2d07e07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Shiny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ecfa268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Sign up for a Claude or ChatGPT API key and paste it into the app.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Dashboard?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single Shiny application that guides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The single entry 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c4b21227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747a7c50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2a13e52a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c5d1a798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5c18f83ed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bb3c74634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550bd2eb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in the sidebar of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743d6766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cc2678b3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cf8dc71a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95c8dab4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Formats include .rds, .csv, .dta,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2b55dc0e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Formats include .rds, .csv, .dta,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53fd3e2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.rds, zipped shapefile,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v4 package and prepare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v4 EU_SAE_application_package from GitHub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runs readiness diagnostics - no modelling yet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e690e8a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bb58199c4b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7b1ac348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pieces of software plus the dashboard package.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67e5db02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Statistical engine - R 4.2+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b250722d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GitHub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GitHub Releases page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0ed5d93d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b2f6763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That’s it!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No RStudio needed  ·  EU_SAE_application_package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double-click to launch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“base” and run the installer with default options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Accept all defaults — no configuration needed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6b0b73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is the statistical engine that powers the dashboard. The EU SAE Dashboard runs directly from R without needing RStudio.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v4 EU_SAE_application_package from GitHub.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the GitHub Releases page and download Source code (zip) for v4.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location, e.g. Documents/EU_SAE_application_package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should see Start_Dashboard.bat, app.R, R/, scripts/, data/, outputs/, instructions/, and www/.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EU_SAE_application_package/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Start_Dashboard.bat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install_packages.R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scripts/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instructions/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www/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Start_Dashboard.bat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Double-click the Windows launcher or run the shell script. Your browser opens the first available local URL, usually http://127.0.0.1:7777.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 (Windows) / bash Start_Dashboard.sh (macOS/Linux)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2556f7275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f8aeaec8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7f40af97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Built-in guide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Tooltips and a help tab walk you through.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812b263c3349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949cd8e6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Using the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Shiny dashboard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Load data, choose options, run the three pipeline steps.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you see after launching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6089ee76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Sidebar — choose which steps to run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tab — input validation at a glance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tab - progress, run folder,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In the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4c2bbe24f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0079e025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(.rds/.csv/.dta/Excel)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be4e0a88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Shapefile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.rds, .zip, .gpkg, or GeoJSON geometry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domains across all three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few controls decide how the univariate model is fit.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Key covariates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(optional)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Force specific covariates into the model.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1b0a261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Start with defaults. Change them only if diagnostics suggest a problem.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models borrow strength across years; the selected MFH model drives user-facing outputs.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sampling variances are smoothed.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appears in the export and report.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689faad8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— homoskedastic AR(1), most parsimonious and usually most reliable.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After modeling, benchmarking adjusts UFH and MFH estimates so benchmark groups match target rates.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30b825120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target database and benchmark-level boxes appear only when this is checked.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4c50410a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161d23dd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Leave blank for national benchmarking. Map a column such as region, NUTS2, or voivodeship for grouped benchmarking. Search the dropdown or type the column name.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Consolidated HTML report - includes Section 2 Run Setup, maps, scatter plots, diagnostics, and output locations.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Diagnostic and map plots (.png) — reusable in your own reports.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7167b987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comparison of Direct, FH, and MFH estimates. Benchmark columns appear only when benchmarking is selected.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Estimate workbooks, fitted model objects, and run_metadata.rds.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Shapiro tests, significance results, readiness checks, and diagnostics.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d3ff3ec441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Section 2 Run Setup is the audit trail: run ID/label, output folders, benchmark source/level/target, and selected MFH model.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df2112d5946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7fae425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API keys, paste them in, and let the app interpret your diagnostics.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of your results,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52536ec91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cc59bb05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7e9ec3f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4d46a77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</a:t>
            </a: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Only aggregate diagnostics are sent to the API. Raw microdata and uploaded files stay on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bfbbbeb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ff1606c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Uses Claude or ChatGPT to interpret diagnostics and generate briefs. Only aggregate summary statistics are sent — never raw microdata.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Tick “Enable AI Assistant”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Reveals the API Key and Language fields.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your API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14951a298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4f9ac9e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survey, auxiliary, and geometry files from any folder. Survey/auxiliary files can be .rds, .csv, .dta, or Excel; geometry can be .rds, .zip shapefile, .gpkg, or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will not render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Start_Dashboard.bat; check the Status tab and app_runs/&lt;timestamp&gt;_&lt;run_label&gt;/run.log.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again; reduce year range or disable vision mode.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doesn't render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shapefile domain column.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2caddd0cf940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2973d73f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v4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GitHub v4 release page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f93038e8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71c0bed4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Enable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Paste key in the AI panel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2026-06-24T16:29:01.8470000Z</dcterms:created>
  <dcterms:modified xsi:type="dcterms:W3CDTF">2026-06-24T16:29:01.8470000Z</dcterms:modified>
</coreProperties>
</file>